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64" r:id="rId2"/>
    <p:sldId id="636" r:id="rId3"/>
    <p:sldId id="647" r:id="rId4"/>
    <p:sldId id="648" r:id="rId5"/>
    <p:sldId id="656" r:id="rId6"/>
    <p:sldId id="649" r:id="rId7"/>
    <p:sldId id="651" r:id="rId8"/>
    <p:sldId id="657" r:id="rId9"/>
    <p:sldId id="662" r:id="rId10"/>
    <p:sldId id="663" r:id="rId11"/>
    <p:sldId id="664" r:id="rId12"/>
    <p:sldId id="659" r:id="rId13"/>
    <p:sldId id="660" r:id="rId14"/>
    <p:sldId id="652" r:id="rId15"/>
    <p:sldId id="65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BF931BC-2D66-4131-A148-70C7D9B0BAD8}">
          <p14:sldIdLst>
            <p14:sldId id="364"/>
            <p14:sldId id="636"/>
            <p14:sldId id="647"/>
            <p14:sldId id="648"/>
            <p14:sldId id="656"/>
            <p14:sldId id="649"/>
            <p14:sldId id="651"/>
            <p14:sldId id="657"/>
            <p14:sldId id="662"/>
            <p14:sldId id="663"/>
            <p14:sldId id="664"/>
            <p14:sldId id="659"/>
            <p14:sldId id="660"/>
            <p14:sldId id="652"/>
            <p14:sldId id="653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78599" initials="7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573"/>
    <a:srgbClr val="195890"/>
    <a:srgbClr val="F2F2F2"/>
    <a:srgbClr val="C64348"/>
    <a:srgbClr val="1D75B1"/>
    <a:srgbClr val="FFFFFF"/>
    <a:srgbClr val="1C78B2"/>
    <a:srgbClr val="1F79AF"/>
    <a:srgbClr val="1F76AF"/>
    <a:srgbClr val="1E7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4" autoAdjust="0"/>
    <p:restoredTop sz="82775" autoAdjust="0"/>
  </p:normalViewPr>
  <p:slideViewPr>
    <p:cSldViewPr snapToGrid="0">
      <p:cViewPr varScale="1">
        <p:scale>
          <a:sx n="65" d="100"/>
          <a:sy n="65" d="100"/>
        </p:scale>
        <p:origin x="684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FCA5A-8866-4718-B244-07ACB13B3AF7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81A4B-3246-4B46-A71E-060D324212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3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96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21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530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67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65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45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042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887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88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625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598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593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798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81A4B-3246-4B46-A71E-060D3242129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9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>
              <a:defRPr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2pPr>
            <a:lvl3pPr>
              <a:defRPr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>
              <a:defRPr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4pPr>
            <a:lvl5pPr>
              <a:defRPr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75" y="3257550"/>
            <a:ext cx="7315200" cy="581026"/>
          </a:xfrm>
        </p:spPr>
        <p:txBody>
          <a:bodyPr vert="horz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CFA33-092D-41A9-903D-5F6E16908DA0}" type="datetimeFigureOut">
              <a:rPr lang="zh-CN" altLang="en-US" smtClean="0"/>
              <a:t>2023/3/24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A233E-985B-48D6-9D10-17CE7D30E1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81" y="-55613"/>
            <a:ext cx="1979141" cy="17463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83088" y="3075057"/>
            <a:ext cx="4225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134573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PMBOK</a:t>
            </a:r>
            <a:r>
              <a:rPr lang="zh-CN" altLang="en-US" sz="3600" dirty="0">
                <a:solidFill>
                  <a:srgbClr val="134573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指南第七版</a:t>
            </a:r>
            <a:endParaRPr lang="zh-CN" altLang="en-US" sz="6600" dirty="0">
              <a:solidFill>
                <a:srgbClr val="134573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35" y="1587320"/>
            <a:ext cx="1979141" cy="174630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174916B-DEF3-4DDC-A46D-F3F2925F0B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5" b="5556"/>
          <a:stretch/>
        </p:blipFill>
        <p:spPr>
          <a:xfrm>
            <a:off x="1450764" y="177800"/>
            <a:ext cx="9290471" cy="66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94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635" y="195580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029D20D-487D-4DEB-BA49-81A57F08AD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9" r="3959"/>
          <a:stretch/>
        </p:blipFill>
        <p:spPr>
          <a:xfrm>
            <a:off x="103834" y="1955800"/>
            <a:ext cx="12077992" cy="38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8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229" y="2139899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540051-66B7-4154-9BF2-C0631C4A17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r="2812"/>
          <a:stretch/>
        </p:blipFill>
        <p:spPr>
          <a:xfrm>
            <a:off x="-1" y="721369"/>
            <a:ext cx="12088558" cy="61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8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5" y="-11448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144139-13C5-4467-936B-9CDF7B1D5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821" y="863600"/>
            <a:ext cx="13222014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35" y="147302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DF9ECBA-1D4D-4BEE-97F8-D27A9535A9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2" t="6665" r="4241" b="5556"/>
          <a:stretch/>
        </p:blipFill>
        <p:spPr>
          <a:xfrm>
            <a:off x="651557" y="228600"/>
            <a:ext cx="9902143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1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5" y="-11448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2AD5390-28BC-48DB-83A6-CCBC7E5CA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57" y="1015450"/>
            <a:ext cx="11788285" cy="48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9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5" y="-114480"/>
            <a:ext cx="1979141" cy="17463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CE673CD-F75B-4146-B165-633008473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5" y="0"/>
            <a:ext cx="1193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3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28" y="227312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E7D80F8-6427-4801-A3B4-A68EAA5B57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819" y="1631821"/>
            <a:ext cx="13003637" cy="414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0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29" y="1682699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5B5532-67DE-4EFF-AD37-95AEC4B0C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5" y="0"/>
            <a:ext cx="11317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3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166" y="222232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4DF4F7C-D1FB-485B-B326-72BB0C427D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8" r="24362"/>
          <a:stretch/>
        </p:blipFill>
        <p:spPr>
          <a:xfrm>
            <a:off x="1651000" y="669874"/>
            <a:ext cx="8509000" cy="61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2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35" y="2245171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A308FCE-75FD-4362-A0AC-6504924E8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5101" y="1244600"/>
            <a:ext cx="13116503" cy="549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7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29" y="152382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2B4FE4D-BE42-49C6-A25E-153E95351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359" y="1257301"/>
            <a:ext cx="12852176" cy="526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76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29" y="137142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7AEC3D6-7C57-4B2D-AFC2-A3DABD64269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0" r="3560"/>
          <a:stretch/>
        </p:blipFill>
        <p:spPr>
          <a:xfrm>
            <a:off x="0" y="155959"/>
            <a:ext cx="12192000" cy="625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735" y="1384300"/>
            <a:ext cx="1979141" cy="17463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7DB4B5E-DC91-4AFF-AC06-A29DC5007B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" t="8333" r="3529" b="5741"/>
          <a:stretch/>
        </p:blipFill>
        <p:spPr>
          <a:xfrm>
            <a:off x="45298" y="292100"/>
            <a:ext cx="12101403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5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等线 Light"/>
        <a:ea typeface="思源黑体 CN Normal"/>
        <a:cs typeface=""/>
      </a:majorFont>
      <a:minorFont>
        <a:latin typeface="等线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</TotalTime>
  <Words>19</Words>
  <Application>Microsoft Office PowerPoint</Application>
  <PresentationFormat>宽屏</PresentationFormat>
  <Paragraphs>16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思源黑体 CN Heavy</vt:lpstr>
      <vt:lpstr>思源黑体 CN Light</vt:lpstr>
      <vt:lpstr>思源黑体 CN Normal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windows10</dc:creator>
  <cp:lastModifiedBy>luo chuyao</cp:lastModifiedBy>
  <cp:revision>256</cp:revision>
  <dcterms:created xsi:type="dcterms:W3CDTF">2021-01-20T02:43:00Z</dcterms:created>
  <dcterms:modified xsi:type="dcterms:W3CDTF">2023-03-24T08:49:29Z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823C1E863BBE43879468A79E25EC2A88</vt:lpwstr>
  </property>
  <property fmtid="{D5CDD505-2E9C-101B-9397-08002B2CF9AE}" pid="3" name="KSOProductBuildVer">
    <vt:lpwstr>2052-11.1.0.10356</vt:lpwstr>
  </property>
</Properties>
</file>